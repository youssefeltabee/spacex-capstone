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&lt;Name&gt;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&lt;Date&gt;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SpaceX Launch Success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GitHub Repository: https://github.com/yourusername/spacex-capstone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All notebooks and Python files available in repository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collected 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processed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collected.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SpaceX API calls 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here</a:t>
            </a:r>
            <a:endParaRPr lang="en-US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processed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Analyzed 90 SpaceX launches from historical dataset</a:t>
            </a:r>
            <a:br/>
            <a:r>
              <a:t>• Overall success rate: 66.67% (60 successes, 30 failures)</a:t>
            </a:r>
            <a:br/>
            <a:r>
              <a:t>• Key findings:</a:t>
            </a:r>
            <a:br/>
            <a:r>
              <a:t>  - KSC LC-39A (77.27%) and VAFB SLC-4E (76.92%) outperform CCAFS SLC-40 (60.0%)</a:t>
            </a:r>
            <a:br/>
            <a:r>
              <a:t>  - GTO missions show lowest success rate (51.85%)</a:t>
            </a:r>
            <a:br/>
            <a:r>
              <a:t>  - VLEO/SSO missions highly successful (85.71% / 100%)</a:t>
            </a:r>
            <a:br/>
            <a:r>
              <a:t>• Predictive model (Random Forest) achieved AUC = 0.926</a:t>
            </a:r>
            <a:br/>
            <a:r>
              <a:t>• Top predictive features: ReusedCount, Legs, GridFins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Problem Statement:</a:t>
            </a:r>
            <a:br/>
            <a:r>
              <a:t>Analyze historical SpaceX Falcon 9 launch data to identify factors</a:t>
            </a:r>
            <a:br/>
            <a:r>
              <a:t>associated with launch success and provide actionable insights.</a:t>
            </a:r>
            <a:br/>
            <a:br/>
            <a:r>
              <a:t>Research Questions:</a:t>
            </a:r>
            <a:br/>
            <a:r>
              <a:t>1. What is the dataset-level success rate?</a:t>
            </a:r>
            <a:br/>
            <a:r>
              <a:t>2. Which launch sites have higher/lower success rates?</a:t>
            </a:r>
            <a:br/>
            <a:r>
              <a:t>3. Are booster categories associated with different success rates?</a:t>
            </a:r>
            <a:br/>
            <a:r>
              <a:t>4. Does payload mass affect success?</a:t>
            </a:r>
            <a:br/>
            <a:r>
              <a:t>5. Can we predict launch success using machine learning?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Data Collection &amp; Wrangling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Data Sources (Capstone folder):</a:t>
            </a:r>
            <a:br/>
            <a:r>
              <a:t>• dataset_part_2.csv - Main cleaned dataset (90 launches)</a:t>
            </a:r>
            <a:br/>
            <a:r>
              <a:t>• spacex_launch_dash.csv - Booster version categories</a:t>
            </a:r>
            <a:br/>
            <a:r>
              <a:t>• dataset_part_1.csv, dataset_part_3.csv - Additional features</a:t>
            </a:r>
            <a:br/>
            <a:r>
              <a:t>• Spacex.csv - Raw launch data</a:t>
            </a:r>
            <a:br/>
            <a:r>
              <a:t>• my_data1.db - SQLite database</a:t>
            </a:r>
            <a:br/>
            <a:br/>
            <a:r>
              <a:t>Wrangling Steps:</a:t>
            </a:r>
            <a:br/>
            <a:r>
              <a:t>• Harmonized column names and data types</a:t>
            </a:r>
            <a:br/>
            <a:r>
              <a:t>• Mapped FlightNumber to Booster Version Category</a:t>
            </a:r>
            <a:br/>
            <a:r>
              <a:t>• Handled missing values (PayloadMass, dates)</a:t>
            </a:r>
            <a:br/>
            <a:r>
              <a:t>• Created binary Class variable (1=Success, 0=Failure)</a:t>
            </a:r>
            <a:br/>
            <a:r>
              <a:t>• Generated dummy variables for categorical features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EDA &amp; Interactive Visual Analytics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Exploratory Data Analysis:</a:t>
            </a:r>
            <a:br/>
            <a:r>
              <a:t>• Summary statistics and distributions</a:t>
            </a:r>
            <a:br/>
            <a:r>
              <a:t>• Success rate by launch site, orbit, booster category</a:t>
            </a:r>
            <a:br/>
            <a:r>
              <a:t>• Payload mass analysis (boxplots, means)</a:t>
            </a:r>
            <a:br/>
            <a:r>
              <a:t>• Time-series analysis (rolling success rates)</a:t>
            </a:r>
            <a:br/>
            <a:br/>
            <a:r>
              <a:t>Interactive Visual Analytics:</a:t>
            </a:r>
            <a:br/>
            <a:r>
              <a:t>• Folium interactive map with launch site markers</a:t>
            </a:r>
            <a:br/>
            <a:r>
              <a:t>• Plotly Dash dashboard (spacex-dash-app.py)</a:t>
            </a:r>
            <a:br/>
            <a:r>
              <a:t>• Dynamic filtering by launch site, orbit, booster type</a:t>
            </a:r>
            <a:br/>
            <a:r>
              <a:t>• Hover tooltips with launch details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Predictive Analysis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Machine Learning Approach:</a:t>
            </a:r>
            <a:br/>
            <a:r>
              <a:t>• Features: PayloadMass, Flights, GridFins, Reused, Legs, Block, ReusedCount</a:t>
            </a:r>
            <a:br/>
            <a:r>
              <a:t>• Categorical dummies: Orbit_*, LaunchSite_*, Serial_*</a:t>
            </a:r>
            <a:br/>
            <a:r>
              <a:t>• Train/test split: 70/30 with stratification</a:t>
            </a:r>
            <a:br/>
            <a:r>
              <a:t>• Models evaluated:</a:t>
            </a:r>
            <a:br/>
            <a:r>
              <a:t>  - Logistic Regression (baseline)</a:t>
            </a:r>
            <a:br/>
            <a:r>
              <a:t>  - Random Forest Classifier</a:t>
            </a:r>
            <a:br/>
            <a:r>
              <a:t>• Metrics: AUC-ROC, precision, recall, F1-score</a:t>
            </a:r>
            <a:br/>
            <a:r>
              <a:t>• 10-fold cross-validation for robust evaluation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EDA Results -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Fig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Fig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Fig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Fig 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EDA Results -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SQL Analysis (my_data1.db):</a:t>
            </a:r>
            <a:br/>
            <a:br/>
            <a:r>
              <a:t>1. Success Rate by Launch Site:</a:t>
            </a:r>
            <a:br/>
            <a:r>
              <a:t>   • CCAFS SLC 40: 60.0% (55 launches)</a:t>
            </a:r>
            <a:br/>
            <a:r>
              <a:t>   • KSC LC 39A: 77.27% (22 launches)</a:t>
            </a:r>
            <a:br/>
            <a:r>
              <a:t>   • VAFB SLC 4E: 76.92% (13 launches)</a:t>
            </a:r>
            <a:br/>
            <a:br/>
            <a:r>
              <a:t>2. Success Rate by Orbit:</a:t>
            </a:r>
            <a:br/>
            <a:r>
              <a:t>   • GTO: 51.85% (27 launches)</a:t>
            </a:r>
            <a:br/>
            <a:r>
              <a:t>   • ISS: 61.90% (21 launches)</a:t>
            </a:r>
            <a:br/>
            <a:r>
              <a:t>   • VLEO: 85.71% (14 launches)</a:t>
            </a:r>
            <a:br/>
            <a:br/>
            <a:r>
              <a:t>3. Payload Analysis:</a:t>
            </a:r>
            <a:br/>
            <a:r>
              <a:t>   • Success mean: 6,765 kg</a:t>
            </a:r>
            <a:br/>
            <a:r>
              <a:t>   • Failure mean: 4,785 kg</a:t>
            </a:r>
            <a:br/>
            <a:br/>
            <a:r>
              <a:t>Queries saved in: spacex_queries.sql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Interactive Map Results - Folium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Interactive Launch Site Map:</a:t>
            </a:r>
            <a:br/>
            <a:r>
              <a:t>• Created using Folium with MarkerCluster</a:t>
            </a:r>
            <a:br/>
            <a:r>
              <a:t>• Green markers = Successful launches</a:t>
            </a:r>
            <a:br/>
            <a:r>
              <a:t>• Red markers = Failed launches</a:t>
            </a:r>
            <a:br/>
            <a:r>
              <a:t>• Click markers for launch details</a:t>
            </a:r>
            <a:br/>
            <a:r>
              <a:t>• Map saved as: spacex_launch_map.html</a:t>
            </a:r>
            <a:br/>
            <a:br/>
            <a:r>
              <a:t>Launch Site Coordinates:</a:t>
            </a:r>
            <a:br/>
            <a:r>
              <a:t>• CCAFS SLC 40: 28.56°N, 80.58°W</a:t>
            </a:r>
            <a:br/>
            <a:r>
              <a:t>• KSC LC 39A: 28.61°N, 80.60°W</a:t>
            </a:r>
            <a:br/>
            <a:r>
              <a:t>• VAFB SLC 4E: 34.63°N, 120.61°W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Interactive map: C:\Users\youssef besheer\Desktop\Capstone\spacex_launch_map.html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Plotly Dash Dashboard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Interactive Dashboard Features:</a:t>
            </a:r>
            <a:br/>
            <a:r>
              <a:t>• File: spacex-dash-app.py</a:t>
            </a:r>
            <a:br/>
            <a:r>
              <a:t>• Visualizes launch data from spacex_launch_dash.csv</a:t>
            </a:r>
            <a:br/>
            <a:r>
              <a:t>• Interactive components:</a:t>
            </a:r>
            <a:br/>
            <a:r>
              <a:t>  - Payload mass histogram with range slider</a:t>
            </a:r>
            <a:br/>
            <a:r>
              <a:t>  - Launch site success pie chart</a:t>
            </a:r>
            <a:br/>
            <a:r>
              <a:t>  - Booster version category analysis</a:t>
            </a:r>
            <a:br/>
            <a:r>
              <a:t>  - Time-series of launch success</a:t>
            </a:r>
            <a:br/>
            <a:br/>
            <a:r>
              <a:t>Dashboard allows stakeholders to:</a:t>
            </a:r>
            <a:br/>
            <a:r>
              <a:t>• Filter launches by site, orbit, booster type</a:t>
            </a:r>
            <a:br/>
            <a:r>
              <a:t>• View real-time success metrics</a:t>
            </a:r>
            <a:br/>
            <a:r>
              <a:t>• Export filtered data for further analysis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Predictive Analysis Results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1645920"/>
          </a:xfrm>
          <a:prstGeom prst="rect">
            <a:avLst/>
          </a:prstGeom>
        </p:spPr>
      </p:pic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743200" cy="2057400"/>
          </a:xfrm>
          <a:prstGeom prst="rect">
            <a:avLst/>
          </a:prstGeom>
        </p:spPr>
      </p:pic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27432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Model Performance:</a:t>
            </a:r>
            <a:br/>
            <a:r>
              <a:t>• Random Forest AUC: 0.926</a:t>
            </a:r>
            <a:br/>
            <a:r>
              <a:t>• Logistic Regression AUC: 0.815</a:t>
            </a:r>
            <a:br/>
            <a:r>
              <a:t>• Top Features: ReusedCount (0.24), Legs (0.18), GridFins (0.16)</a:t>
            </a:r>
            <a:br/>
            <a:r>
              <a:t>• Random Forest Precision (Success): 0.88</a:t>
            </a:r>
            <a:br/>
            <a:r>
              <a:t>• Random Forest Recall (Success): 0.83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Key Findings:</a:t>
            </a:r>
            <a:br/>
            <a:r>
              <a:t>1. Launch site and orbit type significantly impact success rates</a:t>
            </a:r>
            <a:br/>
            <a:r>
              <a:t>2. GTO missions historically riskier (51.85% success)</a:t>
            </a:r>
            <a:br/>
            <a:r>
              <a:t>3. Modern booster versions (FT, B4, B5) show improved performance</a:t>
            </a:r>
            <a:br/>
            <a:r>
              <a:t>4. Machine learning models can predict success with AUC &gt; 0.92</a:t>
            </a:r>
            <a:br/>
            <a:br/>
            <a:r>
              <a:t>Recommendations:</a:t>
            </a:r>
            <a:br/>
            <a:r>
              <a:t>• Focus risk mitigation on GTO missions</a:t>
            </a:r>
            <a:br/>
            <a:r>
              <a:t>• Use model predictions for pre-launch risk assessment</a:t>
            </a:r>
            <a:br/>
            <a:r>
              <a:t>• Continue collecting data for improved model accuracy</a:t>
            </a:r>
            <a:br/>
            <a:r>
              <a:t>• Develop real-time dashboard for mission planning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Creativity &amp; Innovative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Beyond the Template - Added Value:</a:t>
            </a:r>
            <a:br/>
            <a:br/>
            <a:r>
              <a:t>1. Interactive Folium Map</a:t>
            </a:r>
            <a:br/>
            <a:r>
              <a:t>   • Cluster markers for dense launch regions</a:t>
            </a:r>
            <a:br/>
            <a:r>
              <a:t>   • Popup details with payload and outcome</a:t>
            </a:r>
            <a:br/>
            <a:br/>
            <a:r>
              <a:t>2. Comprehensive Predictive Modeling</a:t>
            </a:r>
            <a:br/>
            <a:r>
              <a:t>   • Feature importance analysis with visualization</a:t>
            </a:r>
            <a:br/>
            <a:r>
              <a:t>   • ROC curves and confusion matrices</a:t>
            </a:r>
            <a:br/>
            <a:r>
              <a:t>   • Model comparison (Logistic vs Random Forest)</a:t>
            </a:r>
            <a:br/>
            <a:br/>
            <a:r>
              <a:t>3. Full Git Repository</a:t>
            </a:r>
            <a:br/>
            <a:r>
              <a:t>   • All scripts, notebooks, and outputs version-controlled</a:t>
            </a:r>
            <a:br/>
            <a:r>
              <a:t>   • Reproducible analysis pipeline</a:t>
            </a:r>
            <a:br/>
            <a:br/>
            <a:r>
              <a:t>4. Multi-format Delivery</a:t>
            </a:r>
            <a:br/>
            <a:r>
              <a:t>   • PDF report, PowerPoint, Jupyter notebook</a:t>
            </a:r>
            <a:br/>
            <a:r>
              <a:t>   • Interactive HTML map and SQLite database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GitHub Repository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GitHub Repository (to be uploaded):</a:t>
            </a:r>
            <a:br/>
            <a:r>
              <a:t>https://github.com/yourusername/spacex-capstone</a:t>
            </a:r>
            <a:br/>
            <a:br/>
            <a:r>
              <a:t>Contents:</a:t>
            </a:r>
            <a:br/>
            <a:r>
              <a:t>• Jupyter Notebooks:</a:t>
            </a:r>
            <a:br/>
            <a:r>
              <a:t>  - Capstone_findings.ipynb (EDA notebook)</a:t>
            </a:r>
            <a:br/>
            <a:r>
              <a:t>  - edadataviz.ipynb (EDA with visualizations)</a:t>
            </a:r>
            <a:br/>
            <a:r>
              <a:t>  - SpaceX_Machine Learning Prediction_Part_5.ipynb</a:t>
            </a:r>
            <a:br/>
            <a:br/>
            <a:r>
              <a:t>• Python Scripts:</a:t>
            </a:r>
            <a:br/>
            <a:r>
              <a:t>  - generate_capstone_reports.py</a:t>
            </a:r>
            <a:br/>
            <a:r>
              <a:t>  - predictive_model.py</a:t>
            </a:r>
            <a:br/>
            <a:r>
              <a:t>  - folium_map.py</a:t>
            </a:r>
            <a:br/>
            <a:r>
              <a:t>  - spacex-dash-app.py</a:t>
            </a:r>
            <a:br/>
            <a:br/>
            <a:r>
              <a:t>• Data Files: dataset_part_1/2/3.csv, Spacex.csv, etc.</a:t>
            </a:r>
            <a:br/>
            <a:r>
              <a:t>• Outputs: PDF report, PPTX, HTML map, model figures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